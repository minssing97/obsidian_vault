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image" Target="../media/image-2-39.png"/><Relationship Id="rId40" Type="http://schemas.openxmlformats.org/officeDocument/2006/relationships/image" Target="../media/image-2-40.png"/><Relationship Id="rId41" Type="http://schemas.openxmlformats.org/officeDocument/2006/relationships/image" Target="../media/image-2-41.png"/><Relationship Id="rId42" Type="http://schemas.openxmlformats.org/officeDocument/2006/relationships/image" Target="../media/image-2-42.png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1305" y="381305"/>
            <a:ext cx="1429207" cy="3840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81305" y="381305"/>
            <a:ext cx="38405" cy="142920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382098" y="6438290"/>
            <a:ext cx="1429207" cy="3840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772900" y="5048402"/>
            <a:ext cx="38405" cy="142920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798771" y="6133795"/>
            <a:ext cx="10579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2026. 02. 11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760" r="-760" t="0" b="0"/>
          <a:stretch/>
        </p:blipFill>
        <p:spPr>
          <a:xfrm>
            <a:off x="4522622" y="6193231"/>
            <a:ext cx="152705" cy="171907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084418" y="6248095"/>
            <a:ext cx="38405" cy="3840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722669" y="6133795"/>
            <a:ext cx="1028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Assistant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27318" y="6193231"/>
            <a:ext cx="171907" cy="171907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572354" y="1295705"/>
            <a:ext cx="1047902" cy="1047902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810098" y="1533449"/>
            <a:ext cx="571500" cy="57150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2367382" y="2648102"/>
            <a:ext cx="74642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-135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산업용 </a:t>
            </a:r>
            <a:pPr algn="ctr" indent="0" marL="0">
              <a:buNone/>
            </a:pPr>
            <a:r>
              <a:rPr lang="en-US" sz="5400" b="1" spc="-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트윈</a:t>
            </a:r>
            <a:endParaRPr lang="en-US" sz="5400" dirty="0"/>
          </a:p>
        </p:txBody>
      </p:sp>
      <p:sp>
        <p:nvSpPr>
          <p:cNvPr id="17" name="Text 9"/>
          <p:cNvSpPr txBox="1"/>
          <p:nvPr/>
        </p:nvSpPr>
        <p:spPr>
          <a:xfrm>
            <a:off x="3313786" y="3409798"/>
            <a:ext cx="55723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spc="-135" kern="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구성도</a:t>
            </a:r>
            <a:endParaRPr lang="en-US" sz="45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rcRect l="-201" r="-201" t="0" b="0"/>
          <a:stretch/>
        </p:blipFill>
        <p:spPr>
          <a:xfrm>
            <a:off x="5639105" y="4515307"/>
            <a:ext cx="914400" cy="75895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rcRect l="-12" r="-12" t="0" b="0"/>
          <a:stretch/>
        </p:blipFill>
        <p:spPr>
          <a:xfrm>
            <a:off x="2418588" y="4895698"/>
            <a:ext cx="7355434" cy="666598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2389327" y="5057546"/>
            <a:ext cx="74203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MCT Controller</a:t>
            </a:r>
            <a:pPr algn="ctr" indent="0" marL="0">
              <a:buNone/>
            </a:pPr>
            <a:r>
              <a:rPr lang="en-US" sz="2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기반 실시간 데이터 수집 및 3D 시각화 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-21" r="-21" t="0" b="0"/>
          <a:stretch/>
        </p:blipFill>
        <p:spPr>
          <a:xfrm>
            <a:off x="3973982" y="6105449"/>
            <a:ext cx="4244645" cy="32369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211726" y="6210605"/>
            <a:ext cx="114300" cy="1143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401922" y="6191402"/>
            <a:ext cx="4480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5266030" y="6191402"/>
            <a:ext cx="64648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Collection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6110935" y="6210605"/>
            <a:ext cx="114300" cy="1143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2045" y="6191402"/>
            <a:ext cx="69220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Processing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181698" y="6210605"/>
            <a:ext cx="114300" cy="1143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72807" y="6191402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508199" y="2800807"/>
            <a:ext cx="990295" cy="304495"/>
          </a:xfrm>
          <a:prstGeom prst="rect">
            <a:avLst/>
          </a:prstGeom>
          <a:noFill/>
          <a:ln/>
        </p:spPr>
      </p:sp>
      <p:sp>
        <p:nvSpPr>
          <p:cNvPr id="14" name="Text 10"/>
          <p:cNvSpPr/>
          <p:nvPr/>
        </p:nvSpPr>
        <p:spPr>
          <a:xfrm>
            <a:off x="2863901" y="2800807"/>
            <a:ext cx="635508" cy="30541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Ethernet 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-2" r="-2" t="0" b="0"/>
          <a:stretch/>
        </p:blipFill>
        <p:spPr>
          <a:xfrm>
            <a:off x="2508199" y="3267151"/>
            <a:ext cx="990295" cy="50474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2508199" y="3267151"/>
            <a:ext cx="990295" cy="504749"/>
          </a:xfrm>
          <a:prstGeom prst="rect">
            <a:avLst/>
          </a:prstGeom>
          <a:noFill/>
          <a:ln/>
        </p:spPr>
      </p:sp>
      <p:sp>
        <p:nvSpPr>
          <p:cNvPr id="17" name="Text 12"/>
          <p:cNvSpPr/>
          <p:nvPr/>
        </p:nvSpPr>
        <p:spPr>
          <a:xfrm>
            <a:off x="2508199" y="3267151"/>
            <a:ext cx="99121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Raw Data Stream</a:t>
            </a:r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(LAN) </a:t>
            </a:r>
            <a:endParaRPr lang="en-US" sz="8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2650846" y="2900477"/>
            <a:ext cx="142646" cy="114300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-409" r="-409" t="0" b="0"/>
          <a:stretch/>
        </p:blipFill>
        <p:spPr>
          <a:xfrm>
            <a:off x="2508199" y="3182112"/>
            <a:ext cx="988466" cy="28346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301" b="-301"/>
          <a:stretch/>
        </p:blipFill>
        <p:spPr>
          <a:xfrm>
            <a:off x="3439058" y="3124505"/>
            <a:ext cx="75895" cy="152705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5470855" y="2869387"/>
            <a:ext cx="1133856" cy="304495"/>
          </a:xfrm>
          <a:prstGeom prst="rect">
            <a:avLst/>
          </a:prstGeom>
          <a:noFill/>
          <a:ln/>
        </p:spPr>
      </p:sp>
      <p:sp>
        <p:nvSpPr>
          <p:cNvPr id="22" name="Text 14"/>
          <p:cNvSpPr/>
          <p:nvPr/>
        </p:nvSpPr>
        <p:spPr>
          <a:xfrm>
            <a:off x="5826557" y="2869387"/>
            <a:ext cx="778154" cy="30541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WebSocket </a:t>
            </a:r>
            <a:endParaRPr lang="en-US" sz="9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382" b="-382"/>
          <a:stretch/>
        </p:blipFill>
        <p:spPr>
          <a:xfrm>
            <a:off x="5619902" y="3335731"/>
            <a:ext cx="828446" cy="371246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5619902" y="3335731"/>
            <a:ext cx="828446" cy="371246"/>
          </a:xfrm>
          <a:prstGeom prst="rect">
            <a:avLst/>
          </a:prstGeom>
          <a:noFill/>
          <a:ln/>
        </p:spPr>
      </p:sp>
      <p:sp>
        <p:nvSpPr>
          <p:cNvPr id="25" name="Text 16"/>
          <p:cNvSpPr/>
          <p:nvPr/>
        </p:nvSpPr>
        <p:spPr>
          <a:xfrm>
            <a:off x="5619902" y="3335731"/>
            <a:ext cx="829361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JSON Format</a:t>
            </a:r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(Structured) </a:t>
            </a:r>
            <a:endParaRPr lang="en-US" sz="8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80" b="-80"/>
          <a:stretch/>
        </p:blipFill>
        <p:spPr>
          <a:xfrm>
            <a:off x="5613502" y="2969057"/>
            <a:ext cx="142646" cy="114300"/>
          </a:xfrm>
          <a:prstGeom prst="rect">
            <a:avLst/>
          </a:prstGeom>
        </p:spPr>
      </p:pic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rcRect l="-385" r="-385" t="0" b="0"/>
          <a:stretch/>
        </p:blipFill>
        <p:spPr>
          <a:xfrm>
            <a:off x="5470855" y="3249778"/>
            <a:ext cx="1123798" cy="28346"/>
          </a:xfrm>
          <a:prstGeom prst="rect">
            <a:avLst/>
          </a:prstGeom>
        </p:spPr>
      </p:pic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301" b="-301"/>
          <a:stretch/>
        </p:blipFill>
        <p:spPr>
          <a:xfrm>
            <a:off x="6537960" y="3193085"/>
            <a:ext cx="75895" cy="152705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8569757" y="2869387"/>
            <a:ext cx="1123798" cy="304495"/>
          </a:xfrm>
          <a:prstGeom prst="rect">
            <a:avLst/>
          </a:prstGeom>
          <a:noFill/>
          <a:ln/>
        </p:spPr>
      </p:sp>
      <p:sp>
        <p:nvSpPr>
          <p:cNvPr id="30" name="Text 18"/>
          <p:cNvSpPr/>
          <p:nvPr/>
        </p:nvSpPr>
        <p:spPr>
          <a:xfrm>
            <a:off x="8916314" y="2869387"/>
            <a:ext cx="778154" cy="30541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WebSocket </a:t>
            </a:r>
            <a:endParaRPr lang="en-US" sz="9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74" b="-474"/>
          <a:stretch/>
        </p:blipFill>
        <p:spPr>
          <a:xfrm>
            <a:off x="8673998" y="3335731"/>
            <a:ext cx="905256" cy="371246"/>
          </a:xfrm>
          <a:prstGeom prst="rect">
            <a:avLst/>
          </a:prstGeom>
        </p:spPr>
      </p:pic>
      <p:sp>
        <p:nvSpPr>
          <p:cNvPr id="32" name="Shape 19"/>
          <p:cNvSpPr/>
          <p:nvPr/>
        </p:nvSpPr>
        <p:spPr>
          <a:xfrm>
            <a:off x="8673998" y="3335731"/>
            <a:ext cx="905256" cy="371246"/>
          </a:xfrm>
          <a:prstGeom prst="rect">
            <a:avLst/>
          </a:prstGeom>
          <a:noFill/>
          <a:ln/>
        </p:spPr>
      </p:sp>
      <p:sp>
        <p:nvSpPr>
          <p:cNvPr id="33" name="Text 20"/>
          <p:cNvSpPr/>
          <p:nvPr/>
        </p:nvSpPr>
        <p:spPr>
          <a:xfrm>
            <a:off x="8673998" y="3335731"/>
            <a:ext cx="905256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Real-time Sync</a:t>
            </a:r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(Low Latency) </a:t>
            </a:r>
            <a:endParaRPr lang="en-US" sz="800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rcRect l="-1911" r="-1911" t="0" b="0"/>
          <a:stretch/>
        </p:blipFill>
        <p:spPr>
          <a:xfrm>
            <a:off x="8712403" y="2969057"/>
            <a:ext cx="133502" cy="114300"/>
          </a:xfrm>
          <a:prstGeom prst="rect">
            <a:avLst/>
          </a:prstGeom>
        </p:spPr>
      </p:pic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rcRect l="-400" r="-400" t="0" b="0"/>
          <a:stretch/>
        </p:blipFill>
        <p:spPr>
          <a:xfrm>
            <a:off x="8569757" y="3249778"/>
            <a:ext cx="1114654" cy="28346"/>
          </a:xfrm>
          <a:prstGeom prst="rect">
            <a:avLst/>
          </a:prstGeom>
        </p:spPr>
      </p:pic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301" b="-301"/>
          <a:stretch/>
        </p:blipFill>
        <p:spPr>
          <a:xfrm>
            <a:off x="9626803" y="3193085"/>
            <a:ext cx="75895" cy="152705"/>
          </a:xfrm>
          <a:prstGeom prst="rect">
            <a:avLst/>
          </a:prstGeom>
        </p:spPr>
      </p:pic>
      <p:sp>
        <p:nvSpPr>
          <p:cNvPr id="37" name="Shape 21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22"/>
          <p:cNvSpPr/>
          <p:nvPr/>
        </p:nvSpPr>
        <p:spPr>
          <a:xfrm>
            <a:off x="0" y="742493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9" name="Text 23"/>
          <p:cNvSpPr txBox="1"/>
          <p:nvPr/>
        </p:nvSpPr>
        <p:spPr>
          <a:xfrm>
            <a:off x="381305" y="200254"/>
            <a:ext cx="33649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-56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pPr algn="l" indent="0" marL="0">
              <a:buNone/>
            </a:pPr>
            <a:r>
              <a:rPr lang="en-US" sz="2200" b="1" spc="-56" kern="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 개요 </a:t>
            </a:r>
            <a:endParaRPr lang="en-US" sz="2200" dirty="0"/>
          </a:p>
        </p:txBody>
      </p:sp>
      <p:sp>
        <p:nvSpPr>
          <p:cNvPr id="40" name="Text 24"/>
          <p:cNvSpPr txBox="1"/>
          <p:nvPr/>
        </p:nvSpPr>
        <p:spPr>
          <a:xfrm>
            <a:off x="9731045" y="276149"/>
            <a:ext cx="24825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Twin System Architecture</a:t>
            </a:r>
            <a:endParaRPr lang="en-US" sz="100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8" b="-8"/>
          <a:stretch/>
        </p:blipFill>
        <p:spPr>
          <a:xfrm>
            <a:off x="533095" y="1571854"/>
            <a:ext cx="1974190" cy="4000500"/>
          </a:xfrm>
          <a:prstGeom prst="rect">
            <a:avLst/>
          </a:prstGeom>
        </p:spPr>
      </p:pic>
      <p:sp>
        <p:nvSpPr>
          <p:cNvPr id="42" name="Shape 25"/>
          <p:cNvSpPr/>
          <p:nvPr/>
        </p:nvSpPr>
        <p:spPr>
          <a:xfrm>
            <a:off x="533095" y="1628546"/>
            <a:ext cx="1981505" cy="12573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3" name="Shape 26"/>
          <p:cNvSpPr/>
          <p:nvPr/>
        </p:nvSpPr>
        <p:spPr>
          <a:xfrm>
            <a:off x="533095" y="2876702"/>
            <a:ext cx="19815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4" name="Shape 27"/>
          <p:cNvSpPr/>
          <p:nvPr/>
        </p:nvSpPr>
        <p:spPr>
          <a:xfrm>
            <a:off x="724205" y="1971446"/>
            <a:ext cx="342900" cy="381305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800100" y="2066544"/>
            <a:ext cx="190195" cy="190195"/>
          </a:xfrm>
          <a:prstGeom prst="rect">
            <a:avLst/>
          </a:prstGeom>
        </p:spPr>
      </p:pic>
      <p:sp>
        <p:nvSpPr>
          <p:cNvPr id="46" name="Text 28"/>
          <p:cNvSpPr txBox="1"/>
          <p:nvPr/>
        </p:nvSpPr>
        <p:spPr>
          <a:xfrm>
            <a:off x="1180490" y="1819656"/>
            <a:ext cx="1200607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MCT Controller</a:t>
            </a:r>
            <a:endParaRPr lang="en-US" sz="1300" dirty="0"/>
          </a:p>
        </p:txBody>
      </p:sp>
      <p:sp>
        <p:nvSpPr>
          <p:cNvPr id="47" name="Text 29"/>
          <p:cNvSpPr txBox="1"/>
          <p:nvPr/>
        </p:nvSpPr>
        <p:spPr>
          <a:xfrm>
            <a:off x="1180490" y="2352751"/>
            <a:ext cx="12198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 Device</a:t>
            </a:r>
            <a:endParaRPr lang="en-US" sz="900" dirty="0"/>
          </a:p>
        </p:txBody>
      </p:sp>
      <p:sp>
        <p:nvSpPr>
          <p:cNvPr id="48" name="Text 30"/>
          <p:cNvSpPr txBox="1"/>
          <p:nvPr/>
        </p:nvSpPr>
        <p:spPr>
          <a:xfrm>
            <a:off x="724205" y="2581351"/>
            <a:ext cx="1677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FANUC / Mitsubishi</a:t>
            </a:r>
            <a:endParaRPr lang="en-US" sz="900" dirty="0"/>
          </a:p>
        </p:txBody>
      </p:sp>
      <p:pic>
        <p:nvPicPr>
          <p:cNvPr id="49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16" b="-16"/>
          <a:stretch/>
        </p:blipFill>
        <p:spPr>
          <a:xfrm>
            <a:off x="533095" y="2885846"/>
            <a:ext cx="1974190" cy="2686507"/>
          </a:xfrm>
          <a:prstGeom prst="rect">
            <a:avLst/>
          </a:prstGeom>
        </p:spPr>
      </p:pic>
      <p:sp>
        <p:nvSpPr>
          <p:cNvPr id="50" name="Text 31"/>
          <p:cNvSpPr txBox="1"/>
          <p:nvPr/>
        </p:nvSpPr>
        <p:spPr>
          <a:xfrm>
            <a:off x="724205" y="3076956"/>
            <a:ext cx="1677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Parameters</a:t>
            </a:r>
            <a:endParaRPr lang="en-US" sz="900" dirty="0"/>
          </a:p>
        </p:txBody>
      </p:sp>
      <p:pic>
        <p:nvPicPr>
          <p:cNvPr id="51" name="Image 17" descr="preencoded.png">    </p:cNvPr>
          <p:cNvPicPr>
            <a:picLocks noChangeAspect="1"/>
          </p:cNvPicPr>
          <p:nvPr/>
        </p:nvPicPr>
        <p:blipFill>
          <a:blip r:embed="rId18"/>
          <a:srcRect l="-7192" r="-7192" t="0" b="0"/>
          <a:stretch/>
        </p:blipFill>
        <p:spPr>
          <a:xfrm>
            <a:off x="724205" y="3343046"/>
            <a:ext cx="152705" cy="133502"/>
          </a:xfrm>
          <a:prstGeom prst="rect">
            <a:avLst/>
          </a:prstGeom>
        </p:spPr>
      </p:pic>
      <p:sp>
        <p:nvSpPr>
          <p:cNvPr id="52" name="Text 32"/>
          <p:cNvSpPr txBox="1"/>
          <p:nvPr/>
        </p:nvSpPr>
        <p:spPr>
          <a:xfrm>
            <a:off x="875995" y="3343046"/>
            <a:ext cx="12243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RPM / Feed Rate</a:t>
            </a:r>
            <a:endParaRPr lang="en-US" sz="1000" dirty="0"/>
          </a:p>
        </p:txBody>
      </p:sp>
      <p:pic>
        <p:nvPicPr>
          <p:cNvPr id="53" name="Image 18" descr="preencoded.png">    </p:cNvPr>
          <p:cNvPicPr>
            <a:picLocks noChangeAspect="1"/>
          </p:cNvPicPr>
          <p:nvPr/>
        </p:nvPicPr>
        <p:blipFill>
          <a:blip r:embed="rId19"/>
          <a:srcRect l="-7192" r="-7192" t="0" b="0"/>
          <a:stretch/>
        </p:blipFill>
        <p:spPr>
          <a:xfrm>
            <a:off x="724205" y="3657600"/>
            <a:ext cx="152705" cy="133502"/>
          </a:xfrm>
          <a:prstGeom prst="rect">
            <a:avLst/>
          </a:prstGeom>
        </p:spPr>
      </p:pic>
      <p:sp>
        <p:nvSpPr>
          <p:cNvPr id="54" name="Text 33"/>
          <p:cNvSpPr txBox="1"/>
          <p:nvPr/>
        </p:nvSpPr>
        <p:spPr>
          <a:xfrm>
            <a:off x="875995" y="3657600"/>
            <a:ext cx="14630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Load / Alarm Status</a:t>
            </a:r>
            <a:endParaRPr lang="en-US" sz="1000" dirty="0"/>
          </a:p>
        </p:txBody>
      </p:sp>
      <p:pic>
        <p:nvPicPr>
          <p:cNvPr id="55" name="Image 19" descr="preencoded.png">    </p:cNvPr>
          <p:cNvPicPr>
            <a:picLocks noChangeAspect="1"/>
          </p:cNvPicPr>
          <p:nvPr/>
        </p:nvPicPr>
        <p:blipFill>
          <a:blip r:embed="rId20"/>
          <a:srcRect l="-7192" r="-7192" t="0" b="0"/>
          <a:stretch/>
        </p:blipFill>
        <p:spPr>
          <a:xfrm>
            <a:off x="724205" y="3972154"/>
            <a:ext cx="152705" cy="133502"/>
          </a:xfrm>
          <a:prstGeom prst="rect">
            <a:avLst/>
          </a:prstGeom>
        </p:spPr>
      </p:pic>
      <p:sp>
        <p:nvSpPr>
          <p:cNvPr id="56" name="Text 34"/>
          <p:cNvSpPr txBox="1"/>
          <p:nvPr/>
        </p:nvSpPr>
        <p:spPr>
          <a:xfrm>
            <a:off x="875995" y="3972154"/>
            <a:ext cx="15197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/ Y / Z Coordinates</a:t>
            </a:r>
            <a:endParaRPr lang="en-US" sz="1000" dirty="0"/>
          </a:p>
        </p:txBody>
      </p:sp>
      <p:pic>
        <p:nvPicPr>
          <p:cNvPr id="57" name="Image 20" descr="preencoded.png">    </p:cNvPr>
          <p:cNvPicPr>
            <a:picLocks noChangeAspect="1"/>
          </p:cNvPicPr>
          <p:nvPr/>
        </p:nvPicPr>
        <p:blipFill>
          <a:blip r:embed="rId21"/>
          <a:srcRect l="-7192" r="-7192" t="0" b="0"/>
          <a:stretch/>
        </p:blipFill>
        <p:spPr>
          <a:xfrm>
            <a:off x="724205" y="4286707"/>
            <a:ext cx="152705" cy="133502"/>
          </a:xfrm>
          <a:prstGeom prst="rect">
            <a:avLst/>
          </a:prstGeom>
        </p:spPr>
      </p:pic>
      <p:sp>
        <p:nvSpPr>
          <p:cNvPr id="58" name="Text 35"/>
          <p:cNvSpPr txBox="1"/>
          <p:nvPr/>
        </p:nvSpPr>
        <p:spPr>
          <a:xfrm>
            <a:off x="875995" y="4286707"/>
            <a:ext cx="115945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Operation Time</a:t>
            </a:r>
            <a:endParaRPr lang="en-US" sz="1000" dirty="0"/>
          </a:p>
        </p:txBody>
      </p:sp>
      <p:pic>
        <p:nvPicPr>
          <p:cNvPr id="59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-4" b="-4"/>
          <a:stretch/>
        </p:blipFill>
        <p:spPr>
          <a:xfrm>
            <a:off x="3496666" y="1571854"/>
            <a:ext cx="1974190" cy="4000500"/>
          </a:xfrm>
          <a:prstGeom prst="rect">
            <a:avLst/>
          </a:prstGeom>
        </p:spPr>
      </p:pic>
      <p:sp>
        <p:nvSpPr>
          <p:cNvPr id="60" name="Shape 36"/>
          <p:cNvSpPr/>
          <p:nvPr/>
        </p:nvSpPr>
        <p:spPr>
          <a:xfrm>
            <a:off x="3496666" y="1628546"/>
            <a:ext cx="1981505" cy="1143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61" name="Shape 37"/>
          <p:cNvSpPr/>
          <p:nvPr/>
        </p:nvSpPr>
        <p:spPr>
          <a:xfrm>
            <a:off x="3496666" y="2762402"/>
            <a:ext cx="19815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2" name="Shape 38"/>
          <p:cNvSpPr/>
          <p:nvPr/>
        </p:nvSpPr>
        <p:spPr>
          <a:xfrm>
            <a:off x="3686861" y="1914754"/>
            <a:ext cx="342900" cy="381305"/>
          </a:xfrm>
          <a:prstGeom prst="roundRect">
            <a:avLst>
              <a:gd name="adj" fmla="val 5925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63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3760927" y="2009851"/>
            <a:ext cx="190195" cy="190195"/>
          </a:xfrm>
          <a:prstGeom prst="rect">
            <a:avLst/>
          </a:prstGeom>
        </p:spPr>
      </p:pic>
      <p:sp>
        <p:nvSpPr>
          <p:cNvPr id="64" name="Text 39"/>
          <p:cNvSpPr txBox="1"/>
          <p:nvPr/>
        </p:nvSpPr>
        <p:spPr>
          <a:xfrm>
            <a:off x="4140403" y="1819656"/>
            <a:ext cx="1219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Collector</a:t>
            </a:r>
            <a:endParaRPr lang="en-US" sz="1300" dirty="0"/>
          </a:p>
        </p:txBody>
      </p:sp>
      <p:sp>
        <p:nvSpPr>
          <p:cNvPr id="65" name="Text 40"/>
          <p:cNvSpPr txBox="1"/>
          <p:nvPr/>
        </p:nvSpPr>
        <p:spPr>
          <a:xfrm>
            <a:off x="4140403" y="2085746"/>
            <a:ext cx="12006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Acquisition (PC-A)</a:t>
            </a:r>
            <a:endParaRPr lang="en-US" sz="900" dirty="0"/>
          </a:p>
        </p:txBody>
      </p:sp>
      <p:sp>
        <p:nvSpPr>
          <p:cNvPr id="66" name="Text 41"/>
          <p:cNvSpPr txBox="1"/>
          <p:nvPr/>
        </p:nvSpPr>
        <p:spPr>
          <a:xfrm>
            <a:off x="3686861" y="2467051"/>
            <a:ext cx="1677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Edge Computing</a:t>
            </a:r>
            <a:endParaRPr lang="en-US" sz="900" dirty="0"/>
          </a:p>
        </p:txBody>
      </p:sp>
      <p:pic>
        <p:nvPicPr>
          <p:cNvPr id="67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-12" b="-12"/>
          <a:stretch/>
        </p:blipFill>
        <p:spPr>
          <a:xfrm>
            <a:off x="3496666" y="2771546"/>
            <a:ext cx="1974190" cy="2800807"/>
          </a:xfrm>
          <a:prstGeom prst="rect">
            <a:avLst/>
          </a:prstGeom>
        </p:spPr>
      </p:pic>
      <p:sp>
        <p:nvSpPr>
          <p:cNvPr id="68" name="Text 42"/>
          <p:cNvSpPr txBox="1"/>
          <p:nvPr/>
        </p:nvSpPr>
        <p:spPr>
          <a:xfrm>
            <a:off x="3686861" y="2962656"/>
            <a:ext cx="1677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Functions</a:t>
            </a:r>
            <a:endParaRPr lang="en-US" sz="900" dirty="0"/>
          </a:p>
        </p:txBody>
      </p:sp>
      <p:pic>
        <p:nvPicPr>
          <p:cNvPr id="69" name="Image 24" descr="preencoded.png">    </p:cNvPr>
          <p:cNvPicPr>
            <a:picLocks noChangeAspect="1"/>
          </p:cNvPicPr>
          <p:nvPr/>
        </p:nvPicPr>
        <p:blipFill>
          <a:blip r:embed="rId25"/>
          <a:srcRect l="-26256" r="-26256" t="0" b="0"/>
          <a:stretch/>
        </p:blipFill>
        <p:spPr>
          <a:xfrm>
            <a:off x="3686861" y="3228746"/>
            <a:ext cx="152705" cy="133502"/>
          </a:xfrm>
          <a:prstGeom prst="rect">
            <a:avLst/>
          </a:prstGeom>
        </p:spPr>
      </p:pic>
      <p:sp>
        <p:nvSpPr>
          <p:cNvPr id="70" name="Text 43"/>
          <p:cNvSpPr txBox="1"/>
          <p:nvPr/>
        </p:nvSpPr>
        <p:spPr>
          <a:xfrm>
            <a:off x="3839566" y="3228746"/>
            <a:ext cx="124267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FOCAS2 / NC API</a:t>
            </a:r>
            <a:endParaRPr lang="en-US" sz="1000" dirty="0"/>
          </a:p>
        </p:txBody>
      </p:sp>
      <p:pic>
        <p:nvPicPr>
          <p:cNvPr id="71" name="Image 25" descr="preencoded.png">    </p:cNvPr>
          <p:cNvPicPr>
            <a:picLocks noChangeAspect="1"/>
          </p:cNvPicPr>
          <p:nvPr/>
        </p:nvPicPr>
        <p:blipFill>
          <a:blip r:embed="rId26"/>
          <a:srcRect l="-837" r="-837" t="0" b="0"/>
          <a:stretch/>
        </p:blipFill>
        <p:spPr>
          <a:xfrm>
            <a:off x="3686861" y="3543300"/>
            <a:ext cx="152705" cy="133502"/>
          </a:xfrm>
          <a:prstGeom prst="rect">
            <a:avLst/>
          </a:prstGeom>
        </p:spPr>
      </p:pic>
      <p:sp>
        <p:nvSpPr>
          <p:cNvPr id="72" name="Text 44"/>
          <p:cNvSpPr txBox="1"/>
          <p:nvPr/>
        </p:nvSpPr>
        <p:spPr>
          <a:xfrm>
            <a:off x="3839566" y="3543300"/>
            <a:ext cx="1440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추출 (Extract)</a:t>
            </a:r>
            <a:endParaRPr lang="en-US" sz="1000" dirty="0"/>
          </a:p>
        </p:txBody>
      </p:sp>
      <p:pic>
        <p:nvPicPr>
          <p:cNvPr id="73" name="Image 26" descr="preencoded.png">    </p:cNvPr>
          <p:cNvPicPr>
            <a:picLocks noChangeAspect="1"/>
          </p:cNvPicPr>
          <p:nvPr/>
        </p:nvPicPr>
        <p:blipFill>
          <a:blip r:embed="rId27"/>
          <a:srcRect l="-15362" r="-15362" t="0" b="0"/>
          <a:stretch/>
        </p:blipFill>
        <p:spPr>
          <a:xfrm>
            <a:off x="3686861" y="3857854"/>
            <a:ext cx="152705" cy="133502"/>
          </a:xfrm>
          <a:prstGeom prst="rect">
            <a:avLst/>
          </a:prstGeom>
        </p:spPr>
      </p:pic>
      <p:sp>
        <p:nvSpPr>
          <p:cNvPr id="74" name="Text 45"/>
          <p:cNvSpPr txBox="1"/>
          <p:nvPr/>
        </p:nvSpPr>
        <p:spPr>
          <a:xfrm>
            <a:off x="3839566" y="3857854"/>
            <a:ext cx="109636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Timestamp 부여</a:t>
            </a:r>
            <a:endParaRPr lang="en-US" sz="1000" dirty="0"/>
          </a:p>
        </p:txBody>
      </p:sp>
      <p:pic>
        <p:nvPicPr>
          <p:cNvPr id="75" name="Image 27" descr="preencoded.png">    </p:cNvPr>
          <p:cNvPicPr>
            <a:picLocks noChangeAspect="1"/>
          </p:cNvPicPr>
          <p:nvPr/>
        </p:nvPicPr>
        <p:blipFill>
          <a:blip r:embed="rId28"/>
          <a:srcRect l="-7192" r="-7192" t="0" b="0"/>
          <a:stretch/>
        </p:blipFill>
        <p:spPr>
          <a:xfrm>
            <a:off x="3686861" y="4172407"/>
            <a:ext cx="152705" cy="133502"/>
          </a:xfrm>
          <a:prstGeom prst="rect">
            <a:avLst/>
          </a:prstGeom>
        </p:spPr>
      </p:pic>
      <p:sp>
        <p:nvSpPr>
          <p:cNvPr id="76" name="Text 46"/>
          <p:cNvSpPr txBox="1"/>
          <p:nvPr/>
        </p:nvSpPr>
        <p:spPr>
          <a:xfrm>
            <a:off x="3839566" y="4172407"/>
            <a:ext cx="125912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Sequence ID 생성</a:t>
            </a:r>
            <a:endParaRPr lang="en-US" sz="1000" dirty="0"/>
          </a:p>
        </p:txBody>
      </p:sp>
      <p:pic>
        <p:nvPicPr>
          <p:cNvPr id="77" name="Image 28" descr="preencoded.png">    </p:cNvPr>
          <p:cNvPicPr>
            <a:picLocks noChangeAspect="1"/>
          </p:cNvPicPr>
          <p:nvPr/>
        </p:nvPicPr>
        <p:blipFill>
          <a:blip r:embed="rId29"/>
          <a:srcRect l="0" r="0" t="-8" b="-8"/>
          <a:stretch/>
        </p:blipFill>
        <p:spPr>
          <a:xfrm>
            <a:off x="6594653" y="1571854"/>
            <a:ext cx="1974190" cy="4000500"/>
          </a:xfrm>
          <a:prstGeom prst="rect">
            <a:avLst/>
          </a:prstGeom>
        </p:spPr>
      </p:pic>
      <p:sp>
        <p:nvSpPr>
          <p:cNvPr id="78" name="Shape 47"/>
          <p:cNvSpPr/>
          <p:nvPr/>
        </p:nvSpPr>
        <p:spPr>
          <a:xfrm>
            <a:off x="6594653" y="1628546"/>
            <a:ext cx="1981505" cy="990295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79" name="Shape 48"/>
          <p:cNvSpPr/>
          <p:nvPr/>
        </p:nvSpPr>
        <p:spPr>
          <a:xfrm>
            <a:off x="6594653" y="2609698"/>
            <a:ext cx="19815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80" name="Shape 49"/>
          <p:cNvSpPr/>
          <p:nvPr/>
        </p:nvSpPr>
        <p:spPr>
          <a:xfrm>
            <a:off x="6785762" y="183794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0E7FF"/>
          </a:solidFill>
          <a:ln w="12700">
            <a:solidFill>
              <a:srgbClr val="C7D2FE"/>
            </a:solidFill>
            <a:prstDash val="solid"/>
          </a:ln>
        </p:spPr>
      </p:sp>
      <p:pic>
        <p:nvPicPr>
          <p:cNvPr id="81" name="Image 29" descr="preencoded.png">    </p:cNvPr>
          <p:cNvPicPr>
            <a:picLocks noChangeAspect="1"/>
          </p:cNvPicPr>
          <p:nvPr/>
        </p:nvPicPr>
        <p:blipFill>
          <a:blip r:embed="rId30"/>
          <a:srcRect l="-1282" r="-1282" t="0" b="0"/>
          <a:stretch/>
        </p:blipFill>
        <p:spPr>
          <a:xfrm>
            <a:off x="6866230" y="1933956"/>
            <a:ext cx="219456" cy="190195"/>
          </a:xfrm>
          <a:prstGeom prst="rect">
            <a:avLst/>
          </a:prstGeom>
        </p:spPr>
      </p:pic>
      <p:sp>
        <p:nvSpPr>
          <p:cNvPr id="82" name="Text 50"/>
          <p:cNvSpPr txBox="1"/>
          <p:nvPr/>
        </p:nvSpPr>
        <p:spPr>
          <a:xfrm>
            <a:off x="7280453" y="1819656"/>
            <a:ext cx="110276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Middleware</a:t>
            </a:r>
            <a:endParaRPr lang="en-US" sz="1300" dirty="0"/>
          </a:p>
        </p:txBody>
      </p:sp>
      <p:sp>
        <p:nvSpPr>
          <p:cNvPr id="83" name="Text 51"/>
          <p:cNvSpPr txBox="1"/>
          <p:nvPr/>
        </p:nvSpPr>
        <p:spPr>
          <a:xfrm>
            <a:off x="7280453" y="2085746"/>
            <a:ext cx="10671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Quality Hub</a:t>
            </a:r>
            <a:endParaRPr lang="en-US" sz="900" dirty="0"/>
          </a:p>
        </p:txBody>
      </p:sp>
      <p:sp>
        <p:nvSpPr>
          <p:cNvPr id="84" name="Text 52"/>
          <p:cNvSpPr txBox="1"/>
          <p:nvPr/>
        </p:nvSpPr>
        <p:spPr>
          <a:xfrm>
            <a:off x="6785762" y="2314346"/>
            <a:ext cx="1677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Server / Cloud</a:t>
            </a:r>
            <a:endParaRPr lang="en-US" sz="900" dirty="0"/>
          </a:p>
        </p:txBody>
      </p:sp>
      <p:pic>
        <p:nvPicPr>
          <p:cNvPr id="85" name="Image 30" descr="preencoded.png">    </p:cNvPr>
          <p:cNvPicPr>
            <a:picLocks noChangeAspect="1"/>
          </p:cNvPicPr>
          <p:nvPr/>
        </p:nvPicPr>
        <p:blipFill>
          <a:blip r:embed="rId31"/>
          <a:srcRect l="0" r="0" t="-5" b="-5"/>
          <a:stretch/>
        </p:blipFill>
        <p:spPr>
          <a:xfrm>
            <a:off x="6594653" y="2619756"/>
            <a:ext cx="1974190" cy="2952598"/>
          </a:xfrm>
          <a:prstGeom prst="rect">
            <a:avLst/>
          </a:prstGeom>
        </p:spPr>
      </p:pic>
      <p:sp>
        <p:nvSpPr>
          <p:cNvPr id="86" name="Text 53"/>
          <p:cNvSpPr txBox="1"/>
          <p:nvPr/>
        </p:nvSpPr>
        <p:spPr>
          <a:xfrm>
            <a:off x="6785762" y="2809951"/>
            <a:ext cx="1677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Processing</a:t>
            </a:r>
            <a:endParaRPr lang="en-US" sz="900" dirty="0"/>
          </a:p>
        </p:txBody>
      </p:sp>
      <p:pic>
        <p:nvPicPr>
          <p:cNvPr id="87" name="Image 31" descr="preencoded.png">    </p:cNvPr>
          <p:cNvPicPr>
            <a:picLocks noChangeAspect="1"/>
          </p:cNvPicPr>
          <p:nvPr/>
        </p:nvPicPr>
        <p:blipFill>
          <a:blip r:embed="rId32"/>
          <a:srcRect l="-7192" r="-7192" t="0" b="0"/>
          <a:stretch/>
        </p:blipFill>
        <p:spPr>
          <a:xfrm>
            <a:off x="6785762" y="3076956"/>
            <a:ext cx="152705" cy="133502"/>
          </a:xfrm>
          <a:prstGeom prst="rect">
            <a:avLst/>
          </a:prstGeom>
        </p:spPr>
      </p:pic>
      <p:sp>
        <p:nvSpPr>
          <p:cNvPr id="88" name="Text 54"/>
          <p:cNvSpPr txBox="1"/>
          <p:nvPr/>
        </p:nvSpPr>
        <p:spPr>
          <a:xfrm>
            <a:off x="6937553" y="3076956"/>
            <a:ext cx="113111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정규화 및 버퍼링</a:t>
            </a:r>
            <a:endParaRPr lang="en-US" sz="1000" dirty="0"/>
          </a:p>
        </p:txBody>
      </p:sp>
      <p:pic>
        <p:nvPicPr>
          <p:cNvPr id="89" name="Image 32" descr="preencoded.png">    </p:cNvPr>
          <p:cNvPicPr>
            <a:picLocks noChangeAspect="1"/>
          </p:cNvPicPr>
          <p:nvPr/>
        </p:nvPicPr>
        <p:blipFill>
          <a:blip r:embed="rId33"/>
          <a:srcRect l="-7192" r="-7192" t="0" b="0"/>
          <a:stretch/>
        </p:blipFill>
        <p:spPr>
          <a:xfrm>
            <a:off x="6785762" y="3390595"/>
            <a:ext cx="152705" cy="133502"/>
          </a:xfrm>
          <a:prstGeom prst="rect">
            <a:avLst/>
          </a:prstGeom>
        </p:spPr>
      </p:pic>
      <p:sp>
        <p:nvSpPr>
          <p:cNvPr id="90" name="Text 55"/>
          <p:cNvSpPr txBox="1"/>
          <p:nvPr/>
        </p:nvSpPr>
        <p:spPr>
          <a:xfrm>
            <a:off x="6937553" y="3390595"/>
            <a:ext cx="1436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재전송 / 재연결 관리</a:t>
            </a:r>
            <a:endParaRPr lang="en-US" sz="1000" dirty="0"/>
          </a:p>
        </p:txBody>
      </p:sp>
      <p:pic>
        <p:nvPicPr>
          <p:cNvPr id="91" name="Image 33" descr="preencoded.png">    </p:cNvPr>
          <p:cNvPicPr>
            <a:picLocks noChangeAspect="1"/>
          </p:cNvPicPr>
          <p:nvPr/>
        </p:nvPicPr>
        <p:blipFill>
          <a:blip r:embed="rId34"/>
          <a:srcRect l="-15362" r="-15362" t="0" b="0"/>
          <a:stretch/>
        </p:blipFill>
        <p:spPr>
          <a:xfrm>
            <a:off x="6785762" y="3705149"/>
            <a:ext cx="152705" cy="133502"/>
          </a:xfrm>
          <a:prstGeom prst="rect">
            <a:avLst/>
          </a:prstGeom>
        </p:spPr>
      </p:pic>
      <p:sp>
        <p:nvSpPr>
          <p:cNvPr id="92" name="Text 56"/>
          <p:cNvSpPr txBox="1"/>
          <p:nvPr/>
        </p:nvSpPr>
        <p:spPr>
          <a:xfrm>
            <a:off x="6937553" y="3705149"/>
            <a:ext cx="125912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Sequence ID 검증</a:t>
            </a:r>
            <a:endParaRPr lang="en-US" sz="1000" dirty="0"/>
          </a:p>
        </p:txBody>
      </p:sp>
      <p:pic>
        <p:nvPicPr>
          <p:cNvPr id="93" name="Image 34" descr="preencoded.png">    </p:cNvPr>
          <p:cNvPicPr>
            <a:picLocks noChangeAspect="1"/>
          </p:cNvPicPr>
          <p:nvPr/>
        </p:nvPicPr>
        <p:blipFill>
          <a:blip r:embed="rId35"/>
          <a:srcRect l="-15362" r="-15362" t="0" b="0"/>
          <a:stretch/>
        </p:blipFill>
        <p:spPr>
          <a:xfrm>
            <a:off x="6785762" y="4019702"/>
            <a:ext cx="152705" cy="133502"/>
          </a:xfrm>
          <a:prstGeom prst="rect">
            <a:avLst/>
          </a:prstGeom>
        </p:spPr>
      </p:pic>
      <p:sp>
        <p:nvSpPr>
          <p:cNvPr id="94" name="Text 57"/>
          <p:cNvSpPr txBox="1"/>
          <p:nvPr/>
        </p:nvSpPr>
        <p:spPr>
          <a:xfrm>
            <a:off x="6937553" y="4019702"/>
            <a:ext cx="99395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로그 저장</a:t>
            </a:r>
            <a:endParaRPr lang="en-US" sz="1000" dirty="0"/>
          </a:p>
        </p:txBody>
      </p:sp>
      <p:pic>
        <p:nvPicPr>
          <p:cNvPr id="95" name="Image 35" descr="preencoded.png">    </p:cNvPr>
          <p:cNvPicPr>
            <a:picLocks noChangeAspect="1"/>
          </p:cNvPicPr>
          <p:nvPr/>
        </p:nvPicPr>
        <p:blipFill>
          <a:blip r:embed="rId36"/>
          <a:srcRect l="0" r="0" t="-8" b="-8"/>
          <a:stretch/>
        </p:blipFill>
        <p:spPr>
          <a:xfrm>
            <a:off x="9684410" y="1571854"/>
            <a:ext cx="1974190" cy="4000500"/>
          </a:xfrm>
          <a:prstGeom prst="rect">
            <a:avLst/>
          </a:prstGeom>
        </p:spPr>
      </p:pic>
      <p:sp>
        <p:nvSpPr>
          <p:cNvPr id="96" name="Shape 58"/>
          <p:cNvSpPr/>
          <p:nvPr/>
        </p:nvSpPr>
        <p:spPr>
          <a:xfrm>
            <a:off x="9684410" y="1628546"/>
            <a:ext cx="1981505" cy="990295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97" name="Shape 59"/>
          <p:cNvSpPr/>
          <p:nvPr/>
        </p:nvSpPr>
        <p:spPr>
          <a:xfrm>
            <a:off x="9684410" y="2609698"/>
            <a:ext cx="19815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98" name="Shape 60"/>
          <p:cNvSpPr/>
          <p:nvPr/>
        </p:nvSpPr>
        <p:spPr>
          <a:xfrm>
            <a:off x="9874606" y="183794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pic>
        <p:nvPicPr>
          <p:cNvPr id="99" name="Image 36" descr="preencoded.png">    </p:cNvPr>
          <p:cNvPicPr>
            <a:picLocks noChangeAspect="1"/>
          </p:cNvPicPr>
          <p:nvPr/>
        </p:nvPicPr>
        <p:blipFill>
          <a:blip r:embed="rId37"/>
          <a:srcRect l="0" r="0" t="0" b="0"/>
          <a:stretch/>
        </p:blipFill>
        <p:spPr>
          <a:xfrm>
            <a:off x="9969703" y="1933956"/>
            <a:ext cx="190195" cy="190195"/>
          </a:xfrm>
          <a:prstGeom prst="rect">
            <a:avLst/>
          </a:prstGeom>
        </p:spPr>
      </p:pic>
      <p:sp>
        <p:nvSpPr>
          <p:cNvPr id="100" name="Text 61"/>
          <p:cNvSpPr txBox="1"/>
          <p:nvPr/>
        </p:nvSpPr>
        <p:spPr>
          <a:xfrm>
            <a:off x="10370210" y="1819656"/>
            <a:ext cx="130393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Engine</a:t>
            </a:r>
            <a:endParaRPr lang="en-US" sz="1300" dirty="0"/>
          </a:p>
        </p:txBody>
      </p:sp>
      <p:sp>
        <p:nvSpPr>
          <p:cNvPr id="101" name="Text 62"/>
          <p:cNvSpPr txBox="1"/>
          <p:nvPr/>
        </p:nvSpPr>
        <p:spPr>
          <a:xfrm>
            <a:off x="10370210" y="2085746"/>
            <a:ext cx="13039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Twin (PC-B)</a:t>
            </a:r>
            <a:endParaRPr lang="en-US" sz="900" dirty="0"/>
          </a:p>
        </p:txBody>
      </p:sp>
      <p:sp>
        <p:nvSpPr>
          <p:cNvPr id="102" name="Text 63"/>
          <p:cNvSpPr txBox="1"/>
          <p:nvPr/>
        </p:nvSpPr>
        <p:spPr>
          <a:xfrm>
            <a:off x="9874606" y="2314346"/>
            <a:ext cx="1677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Visualization</a:t>
            </a:r>
            <a:endParaRPr lang="en-US" sz="900" dirty="0"/>
          </a:p>
        </p:txBody>
      </p:sp>
      <p:pic>
        <p:nvPicPr>
          <p:cNvPr id="103" name="Image 37" descr="preencoded.png">    </p:cNvPr>
          <p:cNvPicPr>
            <a:picLocks noChangeAspect="1"/>
          </p:cNvPicPr>
          <p:nvPr/>
        </p:nvPicPr>
        <p:blipFill>
          <a:blip r:embed="rId38"/>
          <a:srcRect l="0" r="0" t="-5" b="-5"/>
          <a:stretch/>
        </p:blipFill>
        <p:spPr>
          <a:xfrm>
            <a:off x="9684410" y="2619756"/>
            <a:ext cx="1974190" cy="2952598"/>
          </a:xfrm>
          <a:prstGeom prst="rect">
            <a:avLst/>
          </a:prstGeom>
        </p:spPr>
      </p:pic>
      <p:sp>
        <p:nvSpPr>
          <p:cNvPr id="104" name="Text 64"/>
          <p:cNvSpPr txBox="1"/>
          <p:nvPr/>
        </p:nvSpPr>
        <p:spPr>
          <a:xfrm>
            <a:off x="9874606" y="2809951"/>
            <a:ext cx="1677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Rendering</a:t>
            </a:r>
            <a:endParaRPr lang="en-US" sz="900" dirty="0"/>
          </a:p>
        </p:txBody>
      </p:sp>
      <p:pic>
        <p:nvPicPr>
          <p:cNvPr id="105" name="Image 38" descr="preencoded.png">    </p:cNvPr>
          <p:cNvPicPr>
            <a:picLocks noChangeAspect="1"/>
          </p:cNvPicPr>
          <p:nvPr/>
        </p:nvPicPr>
        <p:blipFill>
          <a:blip r:embed="rId39"/>
          <a:srcRect l="0" r="0" t="-4641" b="-4641"/>
          <a:stretch/>
        </p:blipFill>
        <p:spPr>
          <a:xfrm>
            <a:off x="9874606" y="3076956"/>
            <a:ext cx="152705" cy="133502"/>
          </a:xfrm>
          <a:prstGeom prst="rect">
            <a:avLst/>
          </a:prstGeom>
        </p:spPr>
      </p:pic>
      <p:sp>
        <p:nvSpPr>
          <p:cNvPr id="106" name="Text 65"/>
          <p:cNvSpPr txBox="1"/>
          <p:nvPr/>
        </p:nvSpPr>
        <p:spPr>
          <a:xfrm>
            <a:off x="10027310" y="3076956"/>
            <a:ext cx="150601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머신 (State Machine)</a:t>
            </a:r>
            <a:endParaRPr lang="en-US" sz="1000" dirty="0"/>
          </a:p>
        </p:txBody>
      </p:sp>
      <p:pic>
        <p:nvPicPr>
          <p:cNvPr id="107" name="Image 39" descr="preencoded.png">    </p:cNvPr>
          <p:cNvPicPr>
            <a:picLocks noChangeAspect="1"/>
          </p:cNvPicPr>
          <p:nvPr/>
        </p:nvPicPr>
        <p:blipFill>
          <a:blip r:embed="rId40"/>
          <a:srcRect l="0" r="0" t="-4641" b="-4641"/>
          <a:stretch/>
        </p:blipFill>
        <p:spPr>
          <a:xfrm>
            <a:off x="9874606" y="3590849"/>
            <a:ext cx="152705" cy="133502"/>
          </a:xfrm>
          <a:prstGeom prst="rect">
            <a:avLst/>
          </a:prstGeom>
        </p:spPr>
      </p:pic>
      <p:sp>
        <p:nvSpPr>
          <p:cNvPr id="108" name="Text 66"/>
          <p:cNvSpPr txBox="1"/>
          <p:nvPr/>
        </p:nvSpPr>
        <p:spPr>
          <a:xfrm>
            <a:off x="10027310" y="3590849"/>
            <a:ext cx="8622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동작 매핑</a:t>
            </a:r>
            <a:endParaRPr lang="en-US" sz="1000" dirty="0"/>
          </a:p>
        </p:txBody>
      </p:sp>
      <p:pic>
        <p:nvPicPr>
          <p:cNvPr id="109" name="Image 40" descr="preencoded.png">    </p:cNvPr>
          <p:cNvPicPr>
            <a:picLocks noChangeAspect="1"/>
          </p:cNvPicPr>
          <p:nvPr/>
        </p:nvPicPr>
        <p:blipFill>
          <a:blip r:embed="rId41"/>
          <a:srcRect l="-15362" r="-15362" t="0" b="0"/>
          <a:stretch/>
        </p:blipFill>
        <p:spPr>
          <a:xfrm>
            <a:off x="9874606" y="3905402"/>
            <a:ext cx="152705" cy="133502"/>
          </a:xfrm>
          <a:prstGeom prst="rect">
            <a:avLst/>
          </a:prstGeom>
        </p:spPr>
      </p:pic>
      <p:sp>
        <p:nvSpPr>
          <p:cNvPr id="110" name="Text 67"/>
          <p:cNvSpPr txBox="1"/>
          <p:nvPr/>
        </p:nvSpPr>
        <p:spPr>
          <a:xfrm>
            <a:off x="10027310" y="3905402"/>
            <a:ext cx="142829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알람 / UI 표출</a:t>
            </a:r>
            <a:endParaRPr lang="en-US" sz="1000" dirty="0"/>
          </a:p>
        </p:txBody>
      </p:sp>
      <p:pic>
        <p:nvPicPr>
          <p:cNvPr id="111" name="Image 41" descr="preencoded.png">    </p:cNvPr>
          <p:cNvPicPr>
            <a:picLocks noChangeAspect="1"/>
          </p:cNvPicPr>
          <p:nvPr/>
        </p:nvPicPr>
        <p:blipFill>
          <a:blip r:embed="rId42"/>
          <a:srcRect l="-7192" r="-7192" t="0" b="0"/>
          <a:stretch/>
        </p:blipFill>
        <p:spPr>
          <a:xfrm>
            <a:off x="9874606" y="4219956"/>
            <a:ext cx="152705" cy="133502"/>
          </a:xfrm>
          <a:prstGeom prst="rect">
            <a:avLst/>
          </a:prstGeom>
        </p:spPr>
      </p:pic>
      <p:sp>
        <p:nvSpPr>
          <p:cNvPr id="112" name="Text 68"/>
          <p:cNvSpPr txBox="1"/>
          <p:nvPr/>
        </p:nvSpPr>
        <p:spPr>
          <a:xfrm>
            <a:off x="10027310" y="4219956"/>
            <a:ext cx="7735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시각화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2026-02-11T10:25:01Z</dcterms:created>
  <dcterms:modified xsi:type="dcterms:W3CDTF">2026-02-11T10:25:01Z</dcterms:modified>
</cp:coreProperties>
</file>