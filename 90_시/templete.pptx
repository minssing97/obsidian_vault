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07A"/>
    <a:srgbClr val="2C3E50"/>
    <a:srgbClr val="DCEEFF"/>
    <a:srgbClr val="9D1723"/>
    <a:srgbClr val="00FFCC"/>
    <a:srgbClr val="E6DBE2"/>
    <a:srgbClr val="EDDF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61C9CC-8354-4A51-881D-873E6D5252FD}" v="17" dt="2026-02-07T00:56:35.4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82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일 김" userId="2f287a57ff2c90ae" providerId="LiveId" clId="{E526E258-6C28-4704-B30C-B5509A664781}"/>
    <pc:docChg chg="undo custSel addSld delSld modSld">
      <pc:chgData name="영일 김" userId="2f287a57ff2c90ae" providerId="LiveId" clId="{E526E258-6C28-4704-B30C-B5509A664781}" dt="2026-02-07T01:23:41.196" v="805" actId="1076"/>
      <pc:docMkLst>
        <pc:docMk/>
      </pc:docMkLst>
      <pc:sldChg chg="del">
        <pc:chgData name="영일 김" userId="2f287a57ff2c90ae" providerId="LiveId" clId="{E526E258-6C28-4704-B30C-B5509A664781}" dt="2026-02-07T01:22:42.895" v="757" actId="47"/>
        <pc:sldMkLst>
          <pc:docMk/>
          <pc:sldMk cId="524054983" sldId="258"/>
        </pc:sldMkLst>
      </pc:sldChg>
      <pc:sldChg chg="del">
        <pc:chgData name="영일 김" userId="2f287a57ff2c90ae" providerId="LiveId" clId="{E526E258-6C28-4704-B30C-B5509A664781}" dt="2026-02-07T01:22:42.895" v="757" actId="47"/>
        <pc:sldMkLst>
          <pc:docMk/>
          <pc:sldMk cId="1813187413" sldId="259"/>
        </pc:sldMkLst>
      </pc:sldChg>
      <pc:sldChg chg="del">
        <pc:chgData name="영일 김" userId="2f287a57ff2c90ae" providerId="LiveId" clId="{E526E258-6C28-4704-B30C-B5509A664781}" dt="2026-02-07T01:22:42.895" v="757" actId="47"/>
        <pc:sldMkLst>
          <pc:docMk/>
          <pc:sldMk cId="3001345634" sldId="260"/>
        </pc:sldMkLst>
      </pc:sldChg>
      <pc:sldChg chg="del">
        <pc:chgData name="영일 김" userId="2f287a57ff2c90ae" providerId="LiveId" clId="{E526E258-6C28-4704-B30C-B5509A664781}" dt="2026-02-07T01:22:42.895" v="757" actId="47"/>
        <pc:sldMkLst>
          <pc:docMk/>
          <pc:sldMk cId="3588533508" sldId="261"/>
        </pc:sldMkLst>
      </pc:sldChg>
      <pc:sldChg chg="del">
        <pc:chgData name="영일 김" userId="2f287a57ff2c90ae" providerId="LiveId" clId="{E526E258-6C28-4704-B30C-B5509A664781}" dt="2026-02-07T01:22:42.895" v="757" actId="47"/>
        <pc:sldMkLst>
          <pc:docMk/>
          <pc:sldMk cId="227756755" sldId="262"/>
        </pc:sldMkLst>
      </pc:sldChg>
      <pc:sldChg chg="modSp add del mod">
        <pc:chgData name="영일 김" userId="2f287a57ff2c90ae" providerId="LiveId" clId="{E526E258-6C28-4704-B30C-B5509A664781}" dt="2026-02-07T01:22:42.895" v="757" actId="47"/>
        <pc:sldMkLst>
          <pc:docMk/>
          <pc:sldMk cId="517754912" sldId="263"/>
        </pc:sldMkLst>
      </pc:sldChg>
      <pc:sldChg chg="modSp add del mod">
        <pc:chgData name="영일 김" userId="2f287a57ff2c90ae" providerId="LiveId" clId="{E526E258-6C28-4704-B30C-B5509A664781}" dt="2026-02-07T01:22:42.895" v="757" actId="47"/>
        <pc:sldMkLst>
          <pc:docMk/>
          <pc:sldMk cId="3642006944" sldId="264"/>
        </pc:sldMkLst>
      </pc:sldChg>
      <pc:sldChg chg="addSp delSp modSp add del mod">
        <pc:chgData name="영일 김" userId="2f287a57ff2c90ae" providerId="LiveId" clId="{E526E258-6C28-4704-B30C-B5509A664781}" dt="2026-02-07T01:22:42.895" v="757" actId="47"/>
        <pc:sldMkLst>
          <pc:docMk/>
          <pc:sldMk cId="3541305898" sldId="265"/>
        </pc:sldMkLst>
      </pc:sldChg>
      <pc:sldChg chg="modSp add del mod">
        <pc:chgData name="영일 김" userId="2f287a57ff2c90ae" providerId="LiveId" clId="{E526E258-6C28-4704-B30C-B5509A664781}" dt="2026-02-07T01:22:42.895" v="757" actId="47"/>
        <pc:sldMkLst>
          <pc:docMk/>
          <pc:sldMk cId="454503729" sldId="266"/>
        </pc:sldMkLst>
      </pc:sldChg>
      <pc:sldChg chg="modSp add del mod">
        <pc:chgData name="영일 김" userId="2f287a57ff2c90ae" providerId="LiveId" clId="{E526E258-6C28-4704-B30C-B5509A664781}" dt="2026-02-07T01:22:42.895" v="757" actId="47"/>
        <pc:sldMkLst>
          <pc:docMk/>
          <pc:sldMk cId="2358772346" sldId="267"/>
        </pc:sldMkLst>
      </pc:sldChg>
      <pc:sldChg chg="modSp add del mod">
        <pc:chgData name="영일 김" userId="2f287a57ff2c90ae" providerId="LiveId" clId="{E526E258-6C28-4704-B30C-B5509A664781}" dt="2026-02-07T01:22:42.895" v="757" actId="47"/>
        <pc:sldMkLst>
          <pc:docMk/>
          <pc:sldMk cId="731637038" sldId="268"/>
        </pc:sldMkLst>
      </pc:sldChg>
      <pc:sldChg chg="addSp modSp add del mod">
        <pc:chgData name="영일 김" userId="2f287a57ff2c90ae" providerId="LiveId" clId="{E526E258-6C28-4704-B30C-B5509A664781}" dt="2026-02-07T01:22:42.895" v="757" actId="47"/>
        <pc:sldMkLst>
          <pc:docMk/>
          <pc:sldMk cId="551510827" sldId="269"/>
        </pc:sldMkLst>
      </pc:sldChg>
      <pc:sldChg chg="modSp add del mod">
        <pc:chgData name="영일 김" userId="2f287a57ff2c90ae" providerId="LiveId" clId="{E526E258-6C28-4704-B30C-B5509A664781}" dt="2026-02-07T01:22:42.895" v="757" actId="47"/>
        <pc:sldMkLst>
          <pc:docMk/>
          <pc:sldMk cId="3353426652" sldId="270"/>
        </pc:sldMkLst>
      </pc:sldChg>
      <pc:sldChg chg="modSp add del mod">
        <pc:chgData name="영일 김" userId="2f287a57ff2c90ae" providerId="LiveId" clId="{E526E258-6C28-4704-B30C-B5509A664781}" dt="2026-02-07T01:22:42.895" v="757" actId="47"/>
        <pc:sldMkLst>
          <pc:docMk/>
          <pc:sldMk cId="2820887643" sldId="271"/>
        </pc:sldMkLst>
      </pc:sldChg>
      <pc:sldChg chg="modSp add del mod">
        <pc:chgData name="영일 김" userId="2f287a57ff2c90ae" providerId="LiveId" clId="{E526E258-6C28-4704-B30C-B5509A664781}" dt="2026-02-07T01:22:42.895" v="757" actId="47"/>
        <pc:sldMkLst>
          <pc:docMk/>
          <pc:sldMk cId="967862662" sldId="272"/>
        </pc:sldMkLst>
        <pc:spChg chg="mod">
          <ac:chgData name="영일 김" userId="2f287a57ff2c90ae" providerId="LiveId" clId="{E526E258-6C28-4704-B30C-B5509A664781}" dt="2026-02-06T06:10:03.137" v="471" actId="20577"/>
          <ac:spMkLst>
            <pc:docMk/>
            <pc:sldMk cId="967862662" sldId="272"/>
            <ac:spMk id="2" creationId="{DFFAB96C-FA6B-C1C3-4399-AF7486D17960}"/>
          </ac:spMkLst>
        </pc:spChg>
        <pc:spChg chg="mod">
          <ac:chgData name="영일 김" userId="2f287a57ff2c90ae" providerId="LiveId" clId="{E526E258-6C28-4704-B30C-B5509A664781}" dt="2026-02-06T06:10:07.686" v="474" actId="20577"/>
          <ac:spMkLst>
            <pc:docMk/>
            <pc:sldMk cId="967862662" sldId="272"/>
            <ac:spMk id="5" creationId="{16960C33-8915-4DDF-504A-38F4BFC26FDF}"/>
          </ac:spMkLst>
        </pc:spChg>
        <pc:spChg chg="mod">
          <ac:chgData name="영일 김" userId="2f287a57ff2c90ae" providerId="LiveId" clId="{E526E258-6C28-4704-B30C-B5509A664781}" dt="2026-02-06T06:10:29.096" v="507" actId="20577"/>
          <ac:spMkLst>
            <pc:docMk/>
            <pc:sldMk cId="967862662" sldId="272"/>
            <ac:spMk id="6" creationId="{B51B39B1-EA78-281E-3C41-90BDB5A29A40}"/>
          </ac:spMkLst>
        </pc:spChg>
        <pc:spChg chg="mod">
          <ac:chgData name="영일 김" userId="2f287a57ff2c90ae" providerId="LiveId" clId="{E526E258-6C28-4704-B30C-B5509A664781}" dt="2026-02-06T21:27:39.509" v="612" actId="404"/>
          <ac:spMkLst>
            <pc:docMk/>
            <pc:sldMk cId="967862662" sldId="272"/>
            <ac:spMk id="7" creationId="{BB6A15F4-8F5C-DB3D-7A06-67A5CC258ED9}"/>
          </ac:spMkLst>
        </pc:spChg>
        <pc:spChg chg="mod">
          <ac:chgData name="영일 김" userId="2f287a57ff2c90ae" providerId="LiveId" clId="{E526E258-6C28-4704-B30C-B5509A664781}" dt="2026-02-06T06:10:34.868" v="518" actId="20577"/>
          <ac:spMkLst>
            <pc:docMk/>
            <pc:sldMk cId="967862662" sldId="272"/>
            <ac:spMk id="8" creationId="{F6457FF3-ACBF-FB5F-4A12-276FD9484A07}"/>
          </ac:spMkLst>
        </pc:spChg>
        <pc:spChg chg="mod">
          <ac:chgData name="영일 김" userId="2f287a57ff2c90ae" providerId="LiveId" clId="{E526E258-6C28-4704-B30C-B5509A664781}" dt="2026-02-06T21:27:46.633" v="623" actId="20577"/>
          <ac:spMkLst>
            <pc:docMk/>
            <pc:sldMk cId="967862662" sldId="272"/>
            <ac:spMk id="9" creationId="{D3B1AC4A-B795-53E3-82C2-9BE815BB909C}"/>
          </ac:spMkLst>
        </pc:spChg>
      </pc:sldChg>
      <pc:sldChg chg="delSp modSp add mod">
        <pc:chgData name="영일 김" userId="2f287a57ff2c90ae" providerId="LiveId" clId="{E526E258-6C28-4704-B30C-B5509A664781}" dt="2026-02-07T01:23:41.196" v="805" actId="1076"/>
        <pc:sldMkLst>
          <pc:docMk/>
          <pc:sldMk cId="3803880477" sldId="273"/>
        </pc:sldMkLst>
        <pc:spChg chg="mod">
          <ac:chgData name="영일 김" userId="2f287a57ff2c90ae" providerId="LiveId" clId="{E526E258-6C28-4704-B30C-B5509A664781}" dt="2026-02-07T01:23:41.196" v="805" actId="1076"/>
          <ac:spMkLst>
            <pc:docMk/>
            <pc:sldMk cId="3803880477" sldId="273"/>
            <ac:spMk id="2" creationId="{6E43383A-4E8B-1D44-3829-4EDAFA64C5F2}"/>
          </ac:spMkLst>
        </pc:spChg>
        <pc:spChg chg="mod">
          <ac:chgData name="영일 김" userId="2f287a57ff2c90ae" providerId="LiveId" clId="{E526E258-6C28-4704-B30C-B5509A664781}" dt="2026-02-07T01:23:41.196" v="805" actId="1076"/>
          <ac:spMkLst>
            <pc:docMk/>
            <pc:sldMk cId="3803880477" sldId="273"/>
            <ac:spMk id="3" creationId="{03AD5BAB-5071-A4CC-1159-50717DF3FBE3}"/>
          </ac:spMkLst>
        </pc:spChg>
        <pc:spChg chg="del">
          <ac:chgData name="영일 김" userId="2f287a57ff2c90ae" providerId="LiveId" clId="{E526E258-6C28-4704-B30C-B5509A664781}" dt="2026-02-07T01:22:49.544" v="758" actId="478"/>
          <ac:spMkLst>
            <pc:docMk/>
            <pc:sldMk cId="3803880477" sldId="273"/>
            <ac:spMk id="4" creationId="{AB055D78-8EF6-B76A-D9F1-106A9F197D07}"/>
          </ac:spMkLst>
        </pc:spChg>
        <pc:spChg chg="del mod">
          <ac:chgData name="영일 김" userId="2f287a57ff2c90ae" providerId="LiveId" clId="{E526E258-6C28-4704-B30C-B5509A664781}" dt="2026-02-07T01:22:49.544" v="758" actId="478"/>
          <ac:spMkLst>
            <pc:docMk/>
            <pc:sldMk cId="3803880477" sldId="273"/>
            <ac:spMk id="5" creationId="{823C897C-7264-78C7-69E3-C74484562EC0}"/>
          </ac:spMkLst>
        </pc:spChg>
        <pc:spChg chg="mod">
          <ac:chgData name="영일 김" userId="2f287a57ff2c90ae" providerId="LiveId" clId="{E526E258-6C28-4704-B30C-B5509A664781}" dt="2026-02-07T01:23:41.196" v="805" actId="1076"/>
          <ac:spMkLst>
            <pc:docMk/>
            <pc:sldMk cId="3803880477" sldId="273"/>
            <ac:spMk id="6" creationId="{97780493-64DC-0A41-D9B3-AA132622F4B4}"/>
          </ac:spMkLst>
        </pc:spChg>
        <pc:spChg chg="del mod">
          <ac:chgData name="영일 김" userId="2f287a57ff2c90ae" providerId="LiveId" clId="{E526E258-6C28-4704-B30C-B5509A664781}" dt="2026-02-07T01:22:49.544" v="758" actId="478"/>
          <ac:spMkLst>
            <pc:docMk/>
            <pc:sldMk cId="3803880477" sldId="273"/>
            <ac:spMk id="7" creationId="{846B6055-8F46-CB5F-972E-C35E4918E9AE}"/>
          </ac:spMkLst>
        </pc:spChg>
        <pc:spChg chg="mod">
          <ac:chgData name="영일 김" userId="2f287a57ff2c90ae" providerId="LiveId" clId="{E526E258-6C28-4704-B30C-B5509A664781}" dt="2026-02-07T01:23:41.196" v="805" actId="1076"/>
          <ac:spMkLst>
            <pc:docMk/>
            <pc:sldMk cId="3803880477" sldId="273"/>
            <ac:spMk id="8" creationId="{AB809AAB-F408-AFB1-6D23-F2A7BD9BD8BE}"/>
          </ac:spMkLst>
        </pc:spChg>
        <pc:spChg chg="del mod">
          <ac:chgData name="영일 김" userId="2f287a57ff2c90ae" providerId="LiveId" clId="{E526E258-6C28-4704-B30C-B5509A664781}" dt="2026-02-07T01:22:49.544" v="758" actId="478"/>
          <ac:spMkLst>
            <pc:docMk/>
            <pc:sldMk cId="3803880477" sldId="273"/>
            <ac:spMk id="9" creationId="{1B5AC173-EF00-7B28-6DB0-7D5ECD464BF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CB4694-80C1-1C04-EBDE-B4BFBCB2C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1045AD-3266-0F21-09D7-09EB3C748F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035572-3849-083C-B39D-003E46CEE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A0E88-1AC0-45C5-8B78-AF8C04D4864D}" type="datetimeFigureOut">
              <a:rPr lang="ko-KR" altLang="en-US" smtClean="0"/>
              <a:t>2026-02-07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3CC310-63F3-5099-81F5-605C4926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E3DF04-D062-2F91-FAD2-3D4B9709C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6453D-8E21-4216-8798-A42422E4A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650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5B54D8-9A59-F9F8-B2B5-965ABDB5D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5BC564-1A74-B9D1-22CE-358596CA4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05C05F-11D8-4F9B-553F-9398D33F9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A0E88-1AC0-45C5-8B78-AF8C04D4864D}" type="datetimeFigureOut">
              <a:rPr lang="ko-KR" altLang="en-US" smtClean="0"/>
              <a:t>2026-02-07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C8831C-4DD6-98E4-5EB7-FB58A6393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131FDA-6FD4-4886-556A-0D6DF27FE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6453D-8E21-4216-8798-A42422E4A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063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0D9195-437C-8AA4-701D-B9FB11CBC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9586E9-9C62-7461-321E-486EED994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46B778-18D1-0A5C-6747-D04F74500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A0E88-1AC0-45C5-8B78-AF8C04D4864D}" type="datetimeFigureOut">
              <a:rPr lang="ko-KR" altLang="en-US" smtClean="0"/>
              <a:t>2026-02-07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C21D9E-A278-D12E-0865-88FBA7F90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129E8A-5A46-6B75-65A9-530913D95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6453D-8E21-4216-8798-A42422E4A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230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DDAEB-8BB2-3C62-ACF0-FBD705845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F64819-04AC-8749-C6DE-E5C5656FC8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6DC2E9-EEA1-38E6-8FB1-D94EB27F9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595DE4-F0F9-8B45-A33E-3CFC55D36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A0E88-1AC0-45C5-8B78-AF8C04D4864D}" type="datetimeFigureOut">
              <a:rPr lang="ko-KR" altLang="en-US" smtClean="0"/>
              <a:t>2026-02-07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AF503F-A535-135B-C012-73D3C7B4D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310FC4C-246B-5BC4-F895-E973024A6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6453D-8E21-4216-8798-A42422E4A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66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5DB192-59EB-C43B-0541-5BB7EFB3A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749CD8-18E5-AFB4-5C70-0D7B44747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AFCEB3-FFAE-F9A4-4FE2-8BBB11701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1CAE573-D60E-A01D-2ABB-0A021B17C0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D67F6E1-6893-E0DB-BAE3-4D0FD7A79D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00C82DB-861F-A92B-8D7F-B1366A627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A0E88-1AC0-45C5-8B78-AF8C04D4864D}" type="datetimeFigureOut">
              <a:rPr lang="ko-KR" altLang="en-US" smtClean="0"/>
              <a:t>2026-02-07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8137AB6-1900-ECB1-3D67-7829EAEC3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670E8CE-C297-F8F2-3FC5-77C5E937D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6453D-8E21-4216-8798-A42422E4A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85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946D1-2589-2B94-CB54-3C2332598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7D8AC46-8D66-BAAC-3D5C-B05E1AF79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A0E88-1AC0-45C5-8B78-AF8C04D4864D}" type="datetimeFigureOut">
              <a:rPr lang="ko-KR" altLang="en-US" smtClean="0"/>
              <a:t>2026-02-07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58057B-D495-09FA-B2AC-40E273CC3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F636C87-F252-760C-FC26-58AC0AB70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6453D-8E21-4216-8798-A42422E4A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641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F3B8EB8-25E4-5832-6B90-87EE5462D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A0E88-1AC0-45C5-8B78-AF8C04D4864D}" type="datetimeFigureOut">
              <a:rPr lang="ko-KR" altLang="en-US" smtClean="0"/>
              <a:t>2026-02-07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2D57D17-EDA6-D59B-569E-395A24B4F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27A316-DCD6-B3B7-9F5F-B04B771F9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6453D-8E21-4216-8798-A42422E4A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942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FC084D-B246-AB9F-BD7C-A2F779449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0CE53A-1DC0-6853-334D-81CE3B05A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53C910-40FE-8800-184D-7AF4482BA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AB09CF-8D50-AB77-6FB5-122C18B64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A0E88-1AC0-45C5-8B78-AF8C04D4864D}" type="datetimeFigureOut">
              <a:rPr lang="ko-KR" altLang="en-US" smtClean="0"/>
              <a:t>2026-02-07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CFAB44-689D-8ED1-29B3-FDDF59664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D25637-01B9-C64B-B37C-280A27089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6453D-8E21-4216-8798-A42422E4A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7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7F5216-59D7-3FDD-9D85-DD1ECBDF9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88D5D4-E743-15E7-0FE7-49F7B29EA8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67E3EC-2A10-515F-F3D2-87E72A0F5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1A04C7-714D-C2AB-1AF3-E0EAF53E3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A0E88-1AC0-45C5-8B78-AF8C04D4864D}" type="datetimeFigureOut">
              <a:rPr lang="ko-KR" altLang="en-US" smtClean="0"/>
              <a:t>2026-02-07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AB2F5D-89BF-E91C-5E20-EDC90D8BE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0A0BF8-91DD-8BAB-E8A8-1A89FAB5F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6453D-8E21-4216-8798-A42422E4A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906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8081D0-B4AC-69A1-CEDF-CE58F35F2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E8041D-7389-AB33-49B4-5BBDEBF9E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F12CA1-C14C-38EC-4181-F3724CB92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A0E88-1AC0-45C5-8B78-AF8C04D4864D}" type="datetimeFigureOut">
              <a:rPr lang="ko-KR" altLang="en-US" smtClean="0"/>
              <a:t>2026-02-07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8F106A-3514-E395-E164-6DCAE54AD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69C263-6784-5292-3BB4-4CB21A523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6453D-8E21-4216-8798-A42422E4A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366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7536DF5-9312-4891-16EB-C0B0920014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DE55AC-B499-B47D-DA1C-6C4246968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B8F527-E057-256B-0599-3474A6DB8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A0E88-1AC0-45C5-8B78-AF8C04D4864D}" type="datetimeFigureOut">
              <a:rPr lang="ko-KR" altLang="en-US" smtClean="0"/>
              <a:t>2026-02-07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FE3E1A-99D5-8C62-6DFD-C9E4AF17E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BF91E3-9933-E027-A4A6-2605993D3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6453D-8E21-4216-8798-A42422E4A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40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463A278-3264-3906-8813-496DEE412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A3DFDD-7FDC-C29C-A733-797C24D45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07C8AF-2619-E3A9-8B61-004F617869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3A0E88-1AC0-45C5-8B78-AF8C04D4864D}" type="datetimeFigureOut">
              <a:rPr lang="ko-KR" altLang="en-US" smtClean="0"/>
              <a:t>2026-02-07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97C8FA-9D11-3717-B1F8-719B909A14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A7D571-FB94-7CC9-7FB6-CAFA5F3111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16453D-8E21-4216-8798-A42422E4A6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110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0B42D-C46F-8D7E-9808-78D6AA384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3AD5BAB-5071-A4CC-1159-50717DF3FBE3}"/>
              </a:ext>
            </a:extLst>
          </p:cNvPr>
          <p:cNvSpPr/>
          <p:nvPr/>
        </p:nvSpPr>
        <p:spPr>
          <a:xfrm>
            <a:off x="3664441" y="802071"/>
            <a:ext cx="4426277" cy="4426277"/>
          </a:xfrm>
          <a:prstGeom prst="rect">
            <a:avLst/>
          </a:prstGeom>
          <a:solidFill>
            <a:srgbClr val="DC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43383A-4E8B-1D44-3829-4EDAFA64C5F2}"/>
              </a:ext>
            </a:extLst>
          </p:cNvPr>
          <p:cNvSpPr txBox="1"/>
          <p:nvPr/>
        </p:nvSpPr>
        <p:spPr>
          <a:xfrm>
            <a:off x="3772461" y="1140600"/>
            <a:ext cx="2196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2C3E50"/>
                </a:solidFill>
                <a:latin typeface="강한공군체 Bold" panose="020B0800000101010101" pitchFamily="50" charset="-127"/>
                <a:ea typeface="강한공군체 Bold" panose="020B0800000101010101" pitchFamily="50" charset="-127"/>
              </a:rPr>
              <a:t>나의 시   </a:t>
            </a:r>
            <a:r>
              <a:rPr lang="en-US" altLang="ko-KR" dirty="0">
                <a:solidFill>
                  <a:srgbClr val="FFA07A"/>
                </a:solidFill>
                <a:latin typeface="강한공군체 Bold" panose="020B0800000101010101" pitchFamily="50" charset="-127"/>
                <a:ea typeface="강한공군체 Bold" panose="020B0800000101010101" pitchFamily="50" charset="-127"/>
              </a:rPr>
              <a:t>No.</a:t>
            </a:r>
            <a:r>
              <a:rPr lang="ko-KR" altLang="en-US" dirty="0">
                <a:solidFill>
                  <a:srgbClr val="FFA07A"/>
                </a:solidFill>
                <a:latin typeface="강한공군체 Bold" panose="020B0800000101010101" pitchFamily="50" charset="-127"/>
                <a:ea typeface="강한공군체 Bold" panose="020B0800000101010101" pitchFamily="50" charset="-127"/>
              </a:rPr>
              <a:t> </a:t>
            </a:r>
            <a:r>
              <a:rPr lang="en-US" altLang="ko-KR" dirty="0">
                <a:solidFill>
                  <a:srgbClr val="FFA07A"/>
                </a:solidFill>
                <a:latin typeface="강한공군체 Bold" panose="020B0800000101010101" pitchFamily="50" charset="-127"/>
                <a:ea typeface="강한공군체 Bold" panose="020B0800000101010101" pitchFamily="50" charset="-127"/>
              </a:rPr>
              <a:t>#</a:t>
            </a:r>
            <a:r>
              <a:rPr lang="ko-KR" altLang="en-US" dirty="0">
                <a:solidFill>
                  <a:srgbClr val="FFA07A"/>
                </a:solidFill>
                <a:latin typeface="강한공군체 Bold" panose="020B0800000101010101" pitchFamily="50" charset="-127"/>
                <a:ea typeface="강한공군체 Bold" panose="020B0800000101010101" pitchFamily="50" charset="-127"/>
              </a:rPr>
              <a:t>번호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780493-64DC-0A41-D9B3-AA132622F4B4}"/>
              </a:ext>
            </a:extLst>
          </p:cNvPr>
          <p:cNvSpPr txBox="1"/>
          <p:nvPr/>
        </p:nvSpPr>
        <p:spPr>
          <a:xfrm>
            <a:off x="4778569" y="2040121"/>
            <a:ext cx="21980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000" dirty="0">
                <a:solidFill>
                  <a:srgbClr val="2C3E50"/>
                </a:solidFill>
                <a:latin typeface="KoPub바탕체_Pro Bold" panose="00000800000000000000" pitchFamily="50" charset="-127"/>
                <a:ea typeface="KoPub바탕체_Pro Bold" panose="00000800000000000000" pitchFamily="50" charset="-127"/>
                <a:cs typeface="조종숙글씨" panose="02020603020101020101" pitchFamily="18" charset="-127"/>
              </a:rPr>
              <a:t>#</a:t>
            </a:r>
            <a:r>
              <a:rPr lang="ko-KR" altLang="en-US" sz="4000" dirty="0">
                <a:solidFill>
                  <a:srgbClr val="2C3E50"/>
                </a:solidFill>
                <a:latin typeface="KoPub바탕체_Pro Bold" panose="00000800000000000000" pitchFamily="50" charset="-127"/>
                <a:ea typeface="KoPub바탕체_Pro Bold" panose="00000800000000000000" pitchFamily="50" charset="-127"/>
                <a:cs typeface="조종숙글씨" panose="02020603020101020101" pitchFamily="18" charset="-127"/>
              </a:rPr>
              <a:t>시</a:t>
            </a:r>
            <a:r>
              <a:rPr lang="en-US" altLang="ko-KR" sz="4000" dirty="0">
                <a:solidFill>
                  <a:srgbClr val="2C3E50"/>
                </a:solidFill>
                <a:latin typeface="KoPub바탕체_Pro Bold" panose="00000800000000000000" pitchFamily="50" charset="-127"/>
                <a:ea typeface="KoPub바탕체_Pro Bold" panose="00000800000000000000" pitchFamily="50" charset="-127"/>
                <a:cs typeface="조종숙글씨" panose="02020603020101020101" pitchFamily="18" charset="-127"/>
              </a:rPr>
              <a:t>_</a:t>
            </a:r>
            <a:r>
              <a:rPr lang="ko-KR" altLang="en-US" sz="4000" dirty="0">
                <a:solidFill>
                  <a:srgbClr val="2C3E50"/>
                </a:solidFill>
                <a:latin typeface="KoPub바탕체_Pro Bold" panose="00000800000000000000" pitchFamily="50" charset="-127"/>
                <a:ea typeface="KoPub바탕체_Pro Bold" panose="00000800000000000000" pitchFamily="50" charset="-127"/>
                <a:cs typeface="조종숙글씨" panose="02020603020101020101" pitchFamily="18" charset="-127"/>
              </a:rPr>
              <a:t>제목</a:t>
            </a:r>
            <a:endParaRPr lang="en-US" altLang="ko-KR" sz="4000" dirty="0">
              <a:solidFill>
                <a:srgbClr val="2C3E50"/>
              </a:solidFill>
              <a:latin typeface="KoPub바탕체_Pro Bold" panose="00000800000000000000" pitchFamily="50" charset="-127"/>
              <a:ea typeface="KoPub바탕체_Pro Bold" panose="00000800000000000000" pitchFamily="50" charset="-127"/>
              <a:cs typeface="조종숙글씨" panose="02020603020101020101" pitchFamily="18" charset="-127"/>
            </a:endParaRPr>
          </a:p>
          <a:p>
            <a:pPr algn="ctr"/>
            <a:r>
              <a:rPr lang="en-US" altLang="ko-KR" sz="2000" dirty="0">
                <a:solidFill>
                  <a:srgbClr val="2C3E50"/>
                </a:solidFill>
                <a:latin typeface="KoPub바탕체_Pro Bold" panose="00000800000000000000" pitchFamily="50" charset="-127"/>
                <a:ea typeface="KoPub바탕체_Pro Bold" panose="00000800000000000000" pitchFamily="50" charset="-127"/>
                <a:cs typeface="조종숙글씨" panose="02020603020101020101" pitchFamily="18" charset="-127"/>
              </a:rPr>
              <a:t>(</a:t>
            </a:r>
            <a:r>
              <a:rPr lang="ko-KR" altLang="en-US" sz="2000" dirty="0">
                <a:solidFill>
                  <a:srgbClr val="2C3E50"/>
                </a:solidFill>
                <a:latin typeface="KoPub바탕체_Pro Bold" panose="00000800000000000000" pitchFamily="50" charset="-127"/>
                <a:ea typeface="KoPub바탕체_Pro Bold" panose="00000800000000000000" pitchFamily="50" charset="-127"/>
                <a:cs typeface="조종숙글씨" panose="02020603020101020101" pitchFamily="18" charset="-127"/>
              </a:rPr>
              <a:t>시집</a:t>
            </a:r>
            <a:r>
              <a:rPr lang="en-US" altLang="ko-KR" sz="2000" dirty="0">
                <a:solidFill>
                  <a:srgbClr val="2C3E50"/>
                </a:solidFill>
                <a:latin typeface="KoPub바탕체_Pro Bold" panose="00000800000000000000" pitchFamily="50" charset="-127"/>
                <a:ea typeface="KoPub바탕체_Pro Bold" panose="00000800000000000000" pitchFamily="50" charset="-127"/>
                <a:cs typeface="조종숙글씨" panose="02020603020101020101" pitchFamily="18" charset="-127"/>
              </a:rPr>
              <a:t>: #</a:t>
            </a:r>
            <a:r>
              <a:rPr lang="ko-KR" altLang="en-US" sz="2000" dirty="0" err="1">
                <a:solidFill>
                  <a:srgbClr val="2C3E50"/>
                </a:solidFill>
                <a:latin typeface="KoPub바탕체_Pro Bold" panose="00000800000000000000" pitchFamily="50" charset="-127"/>
                <a:ea typeface="KoPub바탕체_Pro Bold" panose="00000800000000000000" pitchFamily="50" charset="-127"/>
                <a:cs typeface="조종숙글씨" panose="02020603020101020101" pitchFamily="18" charset="-127"/>
              </a:rPr>
              <a:t>시집명</a:t>
            </a:r>
            <a:r>
              <a:rPr lang="en-US" altLang="ko-KR" sz="2000" dirty="0">
                <a:solidFill>
                  <a:srgbClr val="2C3E50"/>
                </a:solidFill>
                <a:latin typeface="KoPub바탕체_Pro Bold" panose="00000800000000000000" pitchFamily="50" charset="-127"/>
                <a:ea typeface="KoPub바탕체_Pro Bold" panose="00000800000000000000" pitchFamily="50" charset="-127"/>
                <a:cs typeface="조종숙글씨" panose="02020603020101020101" pitchFamily="18" charset="-127"/>
              </a:rPr>
              <a:t>)</a:t>
            </a:r>
            <a:endParaRPr lang="ko-KR" altLang="en-US" sz="2000" dirty="0">
              <a:solidFill>
                <a:srgbClr val="2C3E50"/>
              </a:solidFill>
              <a:latin typeface="KoPub바탕체_Pro Bold" panose="00000800000000000000" pitchFamily="50" charset="-127"/>
              <a:ea typeface="KoPub바탕체_Pro Bold" panose="00000800000000000000" pitchFamily="50" charset="-127"/>
              <a:cs typeface="조종숙글씨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809AAB-F408-AFB1-6D23-F2A7BD9BD8BE}"/>
              </a:ext>
            </a:extLst>
          </p:cNvPr>
          <p:cNvSpPr txBox="1"/>
          <p:nvPr/>
        </p:nvSpPr>
        <p:spPr>
          <a:xfrm>
            <a:off x="5063895" y="3904785"/>
            <a:ext cx="19207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solidFill>
                  <a:srgbClr val="2C3E50"/>
                </a:solidFill>
                <a:latin typeface="KoPub바탕체_Pro Bold" panose="00000800000000000000" pitchFamily="50" charset="-127"/>
                <a:ea typeface="KoPub바탕체_Pro Bold" panose="00000800000000000000" pitchFamily="50" charset="-127"/>
                <a:cs typeface="조종숙글씨" panose="02020603020101020101" pitchFamily="18" charset="-127"/>
              </a:rPr>
              <a:t>#</a:t>
            </a:r>
            <a:r>
              <a:rPr lang="ko-KR" altLang="en-US" sz="4000" dirty="0" err="1">
                <a:solidFill>
                  <a:srgbClr val="2C3E50"/>
                </a:solidFill>
                <a:latin typeface="KoPub바탕체_Pro Bold" panose="00000800000000000000" pitchFamily="50" charset="-127"/>
                <a:ea typeface="KoPub바탕체_Pro Bold" panose="00000800000000000000" pitchFamily="50" charset="-127"/>
                <a:cs typeface="조종숙글씨" panose="02020603020101020101" pitchFamily="18" charset="-127"/>
              </a:rPr>
              <a:t>시인명</a:t>
            </a:r>
            <a:endParaRPr lang="ko-KR" altLang="en-US" sz="4000" dirty="0">
              <a:solidFill>
                <a:srgbClr val="2C3E50"/>
              </a:solidFill>
              <a:latin typeface="KoPub바탕체_Pro Bold" panose="00000800000000000000" pitchFamily="50" charset="-127"/>
              <a:ea typeface="KoPub바탕체_Pro Bold" panose="00000800000000000000" pitchFamily="50" charset="-127"/>
              <a:cs typeface="조종숙글씨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3880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18</Words>
  <Application>Microsoft Office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KoPub바탕체_Pro Bold</vt:lpstr>
      <vt:lpstr>강한공군체 Bold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영일 김</dc:creator>
  <cp:lastModifiedBy>영일 김</cp:lastModifiedBy>
  <cp:revision>3</cp:revision>
  <dcterms:created xsi:type="dcterms:W3CDTF">2025-03-13T12:28:54Z</dcterms:created>
  <dcterms:modified xsi:type="dcterms:W3CDTF">2026-02-07T01:23:41Z</dcterms:modified>
</cp:coreProperties>
</file>